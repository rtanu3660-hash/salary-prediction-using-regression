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2" r:id="rId9"/>
    <p:sldId id="263" r:id="rId10"/>
    <p:sldId id="268" r:id="rId11"/>
    <p:sldId id="269" r:id="rId12"/>
    <p:sldId id="270" r:id="rId13"/>
    <p:sldId id="271" r:id="rId14"/>
    <p:sldId id="264" r:id="rId15"/>
    <p:sldId id="265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5E919-B6E7-4F0F-89E6-C9060E569602}" v="55" dt="2026-03-13T07:41:30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ya rawat" userId="d777690748b4007d" providerId="LiveId" clId="{B1D01813-64B5-4D7B-B5EE-532B96E51ECE}"/>
    <pc:docChg chg="undo custSel addSld delSld modSld">
      <pc:chgData name="tanya rawat" userId="d777690748b4007d" providerId="LiveId" clId="{B1D01813-64B5-4D7B-B5EE-532B96E51ECE}" dt="2026-03-13T07:43:13.624" v="554" actId="1076"/>
      <pc:docMkLst>
        <pc:docMk/>
      </pc:docMkLst>
      <pc:sldChg chg="addSp modSp mod">
        <pc:chgData name="tanya rawat" userId="d777690748b4007d" providerId="LiveId" clId="{B1D01813-64B5-4D7B-B5EE-532B96E51ECE}" dt="2026-03-13T07:43:13.624" v="554" actId="1076"/>
        <pc:sldMkLst>
          <pc:docMk/>
          <pc:sldMk cId="0" sldId="256"/>
        </pc:sldMkLst>
        <pc:spChg chg="add mod">
          <ac:chgData name="tanya rawat" userId="d777690748b4007d" providerId="LiveId" clId="{B1D01813-64B5-4D7B-B5EE-532B96E51ECE}" dt="2026-03-13T07:43:13.624" v="554" actId="1076"/>
          <ac:spMkLst>
            <pc:docMk/>
            <pc:sldMk cId="0" sldId="256"/>
            <ac:spMk id="4" creationId="{F04DB7F9-F943-5CDB-CDF3-18EABC5818B3}"/>
          </ac:spMkLst>
        </pc:spChg>
      </pc:sldChg>
      <pc:sldChg chg="modSp mod">
        <pc:chgData name="tanya rawat" userId="d777690748b4007d" providerId="LiveId" clId="{B1D01813-64B5-4D7B-B5EE-532B96E51ECE}" dt="2026-03-12T20:42:32.963" v="162" actId="115"/>
        <pc:sldMkLst>
          <pc:docMk/>
          <pc:sldMk cId="0" sldId="257"/>
        </pc:sldMkLst>
        <pc:spChg chg="mod">
          <ac:chgData name="tanya rawat" userId="d777690748b4007d" providerId="LiveId" clId="{B1D01813-64B5-4D7B-B5EE-532B96E51ECE}" dt="2026-03-12T20:42:32.963" v="162" actId="115"/>
          <ac:spMkLst>
            <pc:docMk/>
            <pc:sldMk cId="0" sldId="257"/>
            <ac:spMk id="2" creationId="{00000000-0000-0000-0000-000000000000}"/>
          </ac:spMkLst>
        </pc:spChg>
        <pc:spChg chg="mod">
          <ac:chgData name="tanya rawat" userId="d777690748b4007d" providerId="LiveId" clId="{B1D01813-64B5-4D7B-B5EE-532B96E51ECE}" dt="2026-03-12T19:57:26.226" v="6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tanya rawat" userId="d777690748b4007d" providerId="LiveId" clId="{B1D01813-64B5-4D7B-B5EE-532B96E51ECE}" dt="2026-03-12T20:42:42.561" v="163" actId="2711"/>
        <pc:sldMkLst>
          <pc:docMk/>
          <pc:sldMk cId="0" sldId="258"/>
        </pc:sldMkLst>
        <pc:spChg chg="mod">
          <ac:chgData name="tanya rawat" userId="d777690748b4007d" providerId="LiveId" clId="{B1D01813-64B5-4D7B-B5EE-532B96E51ECE}" dt="2026-03-12T20:42:42.561" v="163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tanya rawat" userId="d777690748b4007d" providerId="LiveId" clId="{B1D01813-64B5-4D7B-B5EE-532B96E51ECE}" dt="2026-03-12T20:03:00.467" v="26" actId="14100"/>
          <ac:spMkLst>
            <pc:docMk/>
            <pc:sldMk cId="0" sldId="258"/>
            <ac:spMk id="3" creationId="{00000000-0000-0000-0000-000000000000}"/>
          </ac:spMkLst>
        </pc:spChg>
        <pc:picChg chg="del mod">
          <ac:chgData name="tanya rawat" userId="d777690748b4007d" providerId="LiveId" clId="{B1D01813-64B5-4D7B-B5EE-532B96E51ECE}" dt="2026-03-12T19:58:03.915" v="8" actId="21"/>
          <ac:picMkLst>
            <pc:docMk/>
            <pc:sldMk cId="0" sldId="258"/>
            <ac:picMk id="5" creationId="{A70811A8-1614-56FF-8FF6-31509E2183BB}"/>
          </ac:picMkLst>
        </pc:picChg>
        <pc:picChg chg="add mod ord">
          <ac:chgData name="tanya rawat" userId="d777690748b4007d" providerId="LiveId" clId="{B1D01813-64B5-4D7B-B5EE-532B96E51ECE}" dt="2026-03-12T20:02:20.994" v="16" actId="14100"/>
          <ac:picMkLst>
            <pc:docMk/>
            <pc:sldMk cId="0" sldId="258"/>
            <ac:picMk id="6" creationId="{EE7E92A0-783E-9B33-0847-2EF1E1C0B8ED}"/>
          </ac:picMkLst>
        </pc:picChg>
      </pc:sldChg>
      <pc:sldChg chg="addSp modSp mod">
        <pc:chgData name="tanya rawat" userId="d777690748b4007d" providerId="LiveId" clId="{B1D01813-64B5-4D7B-B5EE-532B96E51ECE}" dt="2026-03-12T20:42:06.198" v="156" actId="2711"/>
        <pc:sldMkLst>
          <pc:docMk/>
          <pc:sldMk cId="0" sldId="259"/>
        </pc:sldMkLst>
        <pc:spChg chg="mod">
          <ac:chgData name="tanya rawat" userId="d777690748b4007d" providerId="LiveId" clId="{B1D01813-64B5-4D7B-B5EE-532B96E51ECE}" dt="2026-03-12T20:42:06.198" v="156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tanya rawat" userId="d777690748b4007d" providerId="LiveId" clId="{B1D01813-64B5-4D7B-B5EE-532B96E51ECE}" dt="2026-03-12T20:04:51.149" v="42"/>
          <ac:spMkLst>
            <pc:docMk/>
            <pc:sldMk cId="0" sldId="259"/>
            <ac:spMk id="3" creationId="{00000000-0000-0000-0000-000000000000}"/>
          </ac:spMkLst>
        </pc:spChg>
        <pc:picChg chg="mod">
          <ac:chgData name="tanya rawat" userId="d777690748b4007d" providerId="LiveId" clId="{B1D01813-64B5-4D7B-B5EE-532B96E51ECE}" dt="2026-03-12T20:05:00.546" v="43" actId="1076"/>
          <ac:picMkLst>
            <pc:docMk/>
            <pc:sldMk cId="0" sldId="259"/>
            <ac:picMk id="5" creationId="{41845702-A5EA-B1C6-F2BE-77E7B536361F}"/>
          </ac:picMkLst>
        </pc:picChg>
        <pc:picChg chg="add mod">
          <ac:chgData name="tanya rawat" userId="d777690748b4007d" providerId="LiveId" clId="{B1D01813-64B5-4D7B-B5EE-532B96E51ECE}" dt="2026-03-12T20:09:04.349" v="57" actId="1076"/>
          <ac:picMkLst>
            <pc:docMk/>
            <pc:sldMk cId="0" sldId="259"/>
            <ac:picMk id="6" creationId="{1BEC9B7E-C61C-34C7-F9C4-E5B53FF585BF}"/>
          </ac:picMkLst>
        </pc:picChg>
      </pc:sldChg>
      <pc:sldChg chg="modSp del mod">
        <pc:chgData name="tanya rawat" userId="d777690748b4007d" providerId="LiveId" clId="{B1D01813-64B5-4D7B-B5EE-532B96E51ECE}" dt="2026-03-12T20:40:11.060" v="143" actId="2696"/>
        <pc:sldMkLst>
          <pc:docMk/>
          <pc:sldMk cId="0" sldId="260"/>
        </pc:sldMkLst>
        <pc:spChg chg="mod">
          <ac:chgData name="tanya rawat" userId="d777690748b4007d" providerId="LiveId" clId="{B1D01813-64B5-4D7B-B5EE-532B96E51ECE}" dt="2026-03-12T20:11:29.789" v="58" actId="20577"/>
          <ac:spMkLst>
            <pc:docMk/>
            <pc:sldMk cId="0" sldId="260"/>
            <ac:spMk id="2" creationId="{00000000-0000-0000-0000-000000000000}"/>
          </ac:spMkLst>
        </pc:spChg>
      </pc:sldChg>
      <pc:sldChg chg="addSp delSp modSp mod">
        <pc:chgData name="tanya rawat" userId="d777690748b4007d" providerId="LiveId" clId="{B1D01813-64B5-4D7B-B5EE-532B96E51ECE}" dt="2026-03-12T20:41:27.022" v="152" actId="2711"/>
        <pc:sldMkLst>
          <pc:docMk/>
          <pc:sldMk cId="0" sldId="261"/>
        </pc:sldMkLst>
        <pc:spChg chg="mod">
          <ac:chgData name="tanya rawat" userId="d777690748b4007d" providerId="LiveId" clId="{B1D01813-64B5-4D7B-B5EE-532B96E51ECE}" dt="2026-03-12T20:41:27.022" v="152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tanya rawat" userId="d777690748b4007d" providerId="LiveId" clId="{B1D01813-64B5-4D7B-B5EE-532B96E51ECE}" dt="2026-03-12T20:37:51.126" v="135" actId="14100"/>
          <ac:spMkLst>
            <pc:docMk/>
            <pc:sldMk cId="0" sldId="261"/>
            <ac:spMk id="3" creationId="{00000000-0000-0000-0000-000000000000}"/>
          </ac:spMkLst>
        </pc:spChg>
        <pc:picChg chg="mod">
          <ac:chgData name="tanya rawat" userId="d777690748b4007d" providerId="LiveId" clId="{B1D01813-64B5-4D7B-B5EE-532B96E51ECE}" dt="2026-03-12T20:41:20.758" v="151" actId="1076"/>
          <ac:picMkLst>
            <pc:docMk/>
            <pc:sldMk cId="0" sldId="261"/>
            <ac:picMk id="5" creationId="{0D77DAC1-93F9-E4B1-3ABF-7CEBE99D1DE5}"/>
          </ac:picMkLst>
        </pc:picChg>
        <pc:picChg chg="add del mod">
          <ac:chgData name="tanya rawat" userId="d777690748b4007d" providerId="LiveId" clId="{B1D01813-64B5-4D7B-B5EE-532B96E51ECE}" dt="2026-03-12T20:34:12.062" v="117" actId="478"/>
          <ac:picMkLst>
            <pc:docMk/>
            <pc:sldMk cId="0" sldId="261"/>
            <ac:picMk id="6" creationId="{78F838B3-D543-4732-4113-9A13386C1ACB}"/>
          </ac:picMkLst>
        </pc:picChg>
        <pc:picChg chg="add mod">
          <ac:chgData name="tanya rawat" userId="d777690748b4007d" providerId="LiveId" clId="{B1D01813-64B5-4D7B-B5EE-532B96E51ECE}" dt="2026-03-12T20:37:59.996" v="137" actId="1076"/>
          <ac:picMkLst>
            <pc:docMk/>
            <pc:sldMk cId="0" sldId="261"/>
            <ac:picMk id="8" creationId="{451A9A7B-19C3-FAB6-4412-B5A3D2ED5EBF}"/>
          </ac:picMkLst>
        </pc:picChg>
      </pc:sldChg>
      <pc:sldChg chg="addSp delSp modSp mod">
        <pc:chgData name="tanya rawat" userId="d777690748b4007d" providerId="LiveId" clId="{B1D01813-64B5-4D7B-B5EE-532B96E51ECE}" dt="2026-03-13T07:31:48.174" v="459" actId="1076"/>
        <pc:sldMkLst>
          <pc:docMk/>
          <pc:sldMk cId="0" sldId="262"/>
        </pc:sldMkLst>
        <pc:spChg chg="mod">
          <ac:chgData name="tanya rawat" userId="d777690748b4007d" providerId="LiveId" clId="{B1D01813-64B5-4D7B-B5EE-532B96E51ECE}" dt="2026-03-12T20:52:33.212" v="186" actId="115"/>
          <ac:spMkLst>
            <pc:docMk/>
            <pc:sldMk cId="0" sldId="262"/>
            <ac:spMk id="2" creationId="{00000000-0000-0000-0000-000000000000}"/>
          </ac:spMkLst>
        </pc:spChg>
        <pc:spChg chg="mod">
          <ac:chgData name="tanya rawat" userId="d777690748b4007d" providerId="LiveId" clId="{B1D01813-64B5-4D7B-B5EE-532B96E51ECE}" dt="2026-03-12T21:17:38.730" v="238"/>
          <ac:spMkLst>
            <pc:docMk/>
            <pc:sldMk cId="0" sldId="262"/>
            <ac:spMk id="3" creationId="{00000000-0000-0000-0000-000000000000}"/>
          </ac:spMkLst>
        </pc:spChg>
        <pc:picChg chg="mod">
          <ac:chgData name="tanya rawat" userId="d777690748b4007d" providerId="LiveId" clId="{B1D01813-64B5-4D7B-B5EE-532B96E51ECE}" dt="2026-03-12T20:52:12.176" v="182" actId="1076"/>
          <ac:picMkLst>
            <pc:docMk/>
            <pc:sldMk cId="0" sldId="262"/>
            <ac:picMk id="5" creationId="{6F1FDE87-B92B-B81A-9B87-73074531DF6A}"/>
          </ac:picMkLst>
        </pc:picChg>
        <pc:picChg chg="add del mod">
          <ac:chgData name="tanya rawat" userId="d777690748b4007d" providerId="LiveId" clId="{B1D01813-64B5-4D7B-B5EE-532B96E51ECE}" dt="2026-03-13T07:31:14.448" v="454" actId="478"/>
          <ac:picMkLst>
            <pc:docMk/>
            <pc:sldMk cId="0" sldId="262"/>
            <ac:picMk id="6" creationId="{C370ED0B-EAD3-3460-4658-AF7A6109D514}"/>
          </ac:picMkLst>
        </pc:picChg>
        <pc:picChg chg="add mod">
          <ac:chgData name="tanya rawat" userId="d777690748b4007d" providerId="LiveId" clId="{B1D01813-64B5-4D7B-B5EE-532B96E51ECE}" dt="2026-03-13T07:31:48.174" v="459" actId="1076"/>
          <ac:picMkLst>
            <pc:docMk/>
            <pc:sldMk cId="0" sldId="262"/>
            <ac:picMk id="7" creationId="{F833B881-5A2D-B4FC-7959-F6BDC1827914}"/>
          </ac:picMkLst>
        </pc:picChg>
      </pc:sldChg>
      <pc:sldChg chg="addSp delSp modSp mod">
        <pc:chgData name="tanya rawat" userId="d777690748b4007d" providerId="LiveId" clId="{B1D01813-64B5-4D7B-B5EE-532B96E51ECE}" dt="2026-03-12T21:14:30.054" v="236"/>
        <pc:sldMkLst>
          <pc:docMk/>
          <pc:sldMk cId="0" sldId="263"/>
        </pc:sldMkLst>
        <pc:spChg chg="mod">
          <ac:chgData name="tanya rawat" userId="d777690748b4007d" providerId="LiveId" clId="{B1D01813-64B5-4D7B-B5EE-532B96E51ECE}" dt="2026-03-12T21:09:41.152" v="217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tanya rawat" userId="d777690748b4007d" providerId="LiveId" clId="{B1D01813-64B5-4D7B-B5EE-532B96E51ECE}" dt="2026-03-12T21:12:03.392" v="227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tanya rawat" userId="d777690748b4007d" providerId="LiveId" clId="{B1D01813-64B5-4D7B-B5EE-532B96E51ECE}" dt="2026-03-12T21:14:30.054" v="236"/>
          <ac:spMkLst>
            <pc:docMk/>
            <pc:sldMk cId="0" sldId="263"/>
            <ac:spMk id="6" creationId="{FB695D4F-A560-1F0C-0E5A-425B01D25576}"/>
          </ac:spMkLst>
        </pc:spChg>
        <pc:picChg chg="add mod">
          <ac:chgData name="tanya rawat" userId="d777690748b4007d" providerId="LiveId" clId="{B1D01813-64B5-4D7B-B5EE-532B96E51ECE}" dt="2026-03-12T21:14:12.849" v="234" actId="1076"/>
          <ac:picMkLst>
            <pc:docMk/>
            <pc:sldMk cId="0" sldId="263"/>
            <ac:picMk id="8" creationId="{8586ED71-4137-EBCE-1104-AFC3A6C4A8EC}"/>
          </ac:picMkLst>
        </pc:picChg>
      </pc:sldChg>
      <pc:sldChg chg="modSp mod modClrScheme chgLayout">
        <pc:chgData name="tanya rawat" userId="d777690748b4007d" providerId="LiveId" clId="{B1D01813-64B5-4D7B-B5EE-532B96E51ECE}" dt="2026-03-12T21:53:08.327" v="415" actId="700"/>
        <pc:sldMkLst>
          <pc:docMk/>
          <pc:sldMk cId="0" sldId="265"/>
        </pc:sldMkLst>
        <pc:spChg chg="mod ord">
          <ac:chgData name="tanya rawat" userId="d777690748b4007d" providerId="LiveId" clId="{B1D01813-64B5-4D7B-B5EE-532B96E51ECE}" dt="2026-03-12T21:53:08.327" v="415" actId="700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tanya rawat" userId="d777690748b4007d" providerId="LiveId" clId="{B1D01813-64B5-4D7B-B5EE-532B96E51ECE}" dt="2026-03-12T21:53:08.327" v="415" actId="700"/>
          <ac:spMkLst>
            <pc:docMk/>
            <pc:sldMk cId="0" sldId="265"/>
            <ac:spMk id="3" creationId="{00000000-0000-0000-0000-000000000000}"/>
          </ac:spMkLst>
        </pc:spChg>
      </pc:sldChg>
      <pc:sldChg chg="addSp modSp add mod">
        <pc:chgData name="tanya rawat" userId="d777690748b4007d" providerId="LiveId" clId="{B1D01813-64B5-4D7B-B5EE-532B96E51ECE}" dt="2026-03-12T20:57:38.381" v="206" actId="1076"/>
        <pc:sldMkLst>
          <pc:docMk/>
          <pc:sldMk cId="201560301" sldId="266"/>
        </pc:sldMkLst>
        <pc:spChg chg="mod">
          <ac:chgData name="tanya rawat" userId="d777690748b4007d" providerId="LiveId" clId="{B1D01813-64B5-4D7B-B5EE-532B96E51ECE}" dt="2026-03-12T20:42:19.693" v="159" actId="115"/>
          <ac:spMkLst>
            <pc:docMk/>
            <pc:sldMk cId="201560301" sldId="266"/>
            <ac:spMk id="2" creationId="{666FBA89-D5BE-8EAF-38B0-F50E4990B558}"/>
          </ac:spMkLst>
        </pc:spChg>
        <pc:spChg chg="mod">
          <ac:chgData name="tanya rawat" userId="d777690748b4007d" providerId="LiveId" clId="{B1D01813-64B5-4D7B-B5EE-532B96E51ECE}" dt="2026-03-12T20:11:48.753" v="61"/>
          <ac:spMkLst>
            <pc:docMk/>
            <pc:sldMk cId="201560301" sldId="266"/>
            <ac:spMk id="3" creationId="{6CEAD844-5812-194B-6A40-AC4DE78EA724}"/>
          </ac:spMkLst>
        </pc:spChg>
        <pc:picChg chg="mod">
          <ac:chgData name="tanya rawat" userId="d777690748b4007d" providerId="LiveId" clId="{B1D01813-64B5-4D7B-B5EE-532B96E51ECE}" dt="2026-03-12T20:57:38.381" v="206" actId="1076"/>
          <ac:picMkLst>
            <pc:docMk/>
            <pc:sldMk cId="201560301" sldId="266"/>
            <ac:picMk id="5" creationId="{E3A074CE-6D09-814E-1ADD-CB5D0F20947A}"/>
          </ac:picMkLst>
        </pc:picChg>
        <pc:picChg chg="add mod">
          <ac:chgData name="tanya rawat" userId="d777690748b4007d" providerId="LiveId" clId="{B1D01813-64B5-4D7B-B5EE-532B96E51ECE}" dt="2026-03-12T20:20:03.790" v="70" actId="14100"/>
          <ac:picMkLst>
            <pc:docMk/>
            <pc:sldMk cId="201560301" sldId="266"/>
            <ac:picMk id="6" creationId="{46526322-8179-03C9-2629-C688C1A73035}"/>
          </ac:picMkLst>
        </pc:picChg>
        <pc:picChg chg="add mod">
          <ac:chgData name="tanya rawat" userId="d777690748b4007d" providerId="LiveId" clId="{B1D01813-64B5-4D7B-B5EE-532B96E51ECE}" dt="2026-03-12T20:20:12.943" v="72" actId="1076"/>
          <ac:picMkLst>
            <pc:docMk/>
            <pc:sldMk cId="201560301" sldId="266"/>
            <ac:picMk id="8" creationId="{C9875294-70E4-DA19-FC4C-3AB326FF88A5}"/>
          </ac:picMkLst>
        </pc:picChg>
      </pc:sldChg>
      <pc:sldChg chg="new del">
        <pc:chgData name="tanya rawat" userId="d777690748b4007d" providerId="LiveId" clId="{B1D01813-64B5-4D7B-B5EE-532B96E51ECE}" dt="2026-03-12T20:07:41.728" v="48" actId="2696"/>
        <pc:sldMkLst>
          <pc:docMk/>
          <pc:sldMk cId="796530159" sldId="266"/>
        </pc:sldMkLst>
      </pc:sldChg>
      <pc:sldChg chg="addSp delSp modSp new mod">
        <pc:chgData name="tanya rawat" userId="d777690748b4007d" providerId="LiveId" clId="{B1D01813-64B5-4D7B-B5EE-532B96E51ECE}" dt="2026-03-12T20:59:18.949" v="212" actId="1076"/>
        <pc:sldMkLst>
          <pc:docMk/>
          <pc:sldMk cId="2612766355" sldId="267"/>
        </pc:sldMkLst>
        <pc:spChg chg="mod">
          <ac:chgData name="tanya rawat" userId="d777690748b4007d" providerId="LiveId" clId="{B1D01813-64B5-4D7B-B5EE-532B96E51ECE}" dt="2026-03-12T20:54:08.156" v="197" actId="115"/>
          <ac:spMkLst>
            <pc:docMk/>
            <pc:sldMk cId="2612766355" sldId="267"/>
            <ac:spMk id="2" creationId="{3CEA9782-6C17-2C4E-9C4E-56FC18653E4D}"/>
          </ac:spMkLst>
        </pc:spChg>
        <pc:spChg chg="del">
          <ac:chgData name="tanya rawat" userId="d777690748b4007d" providerId="LiveId" clId="{B1D01813-64B5-4D7B-B5EE-532B96E51ECE}" dt="2026-03-12T20:53:05.625" v="187" actId="931"/>
          <ac:spMkLst>
            <pc:docMk/>
            <pc:sldMk cId="2612766355" sldId="267"/>
            <ac:spMk id="3" creationId="{0B833614-94D3-19A4-D511-CB53FA121583}"/>
          </ac:spMkLst>
        </pc:spChg>
        <pc:spChg chg="add del">
          <ac:chgData name="tanya rawat" userId="d777690748b4007d" providerId="LiveId" clId="{B1D01813-64B5-4D7B-B5EE-532B96E51ECE}" dt="2026-03-12T20:53:58.638" v="195" actId="22"/>
          <ac:spMkLst>
            <pc:docMk/>
            <pc:sldMk cId="2612766355" sldId="267"/>
            <ac:spMk id="7" creationId="{43A2C0AF-0DD5-1DEE-F1D4-24DE284D7A8B}"/>
          </ac:spMkLst>
        </pc:spChg>
        <pc:spChg chg="add mod">
          <ac:chgData name="tanya rawat" userId="d777690748b4007d" providerId="LiveId" clId="{B1D01813-64B5-4D7B-B5EE-532B96E51ECE}" dt="2026-03-12T20:58:11.154" v="207" actId="14100"/>
          <ac:spMkLst>
            <pc:docMk/>
            <pc:sldMk cId="2612766355" sldId="267"/>
            <ac:spMk id="8" creationId="{3C821CE9-94E4-B9E3-51F9-26D17F0975A4}"/>
          </ac:spMkLst>
        </pc:spChg>
        <pc:picChg chg="add mod ord">
          <ac:chgData name="tanya rawat" userId="d777690748b4007d" providerId="LiveId" clId="{B1D01813-64B5-4D7B-B5EE-532B96E51ECE}" dt="2026-03-12T20:53:38.962" v="193" actId="14100"/>
          <ac:picMkLst>
            <pc:docMk/>
            <pc:sldMk cId="2612766355" sldId="267"/>
            <ac:picMk id="5" creationId="{4DE197E7-35CA-034E-9145-1EA83D28AE83}"/>
          </ac:picMkLst>
        </pc:picChg>
        <pc:picChg chg="add mod">
          <ac:chgData name="tanya rawat" userId="d777690748b4007d" providerId="LiveId" clId="{B1D01813-64B5-4D7B-B5EE-532B96E51ECE}" dt="2026-03-12T20:59:18.949" v="212" actId="1076"/>
          <ac:picMkLst>
            <pc:docMk/>
            <pc:sldMk cId="2612766355" sldId="267"/>
            <ac:picMk id="10" creationId="{9B33D9C3-F636-F5A3-8431-13AB966D24A4}"/>
          </ac:picMkLst>
        </pc:picChg>
      </pc:sldChg>
      <pc:sldChg chg="addSp delSp modSp new mod">
        <pc:chgData name="tanya rawat" userId="d777690748b4007d" providerId="LiveId" clId="{B1D01813-64B5-4D7B-B5EE-532B96E51ECE}" dt="2026-03-12T21:32:59.548" v="301" actId="20577"/>
        <pc:sldMkLst>
          <pc:docMk/>
          <pc:sldMk cId="2073426592" sldId="268"/>
        </pc:sldMkLst>
        <pc:spChg chg="mod">
          <ac:chgData name="tanya rawat" userId="d777690748b4007d" providerId="LiveId" clId="{B1D01813-64B5-4D7B-B5EE-532B96E51ECE}" dt="2026-03-12T21:27:23.583" v="266" actId="20577"/>
          <ac:spMkLst>
            <pc:docMk/>
            <pc:sldMk cId="2073426592" sldId="268"/>
            <ac:spMk id="2" creationId="{245F0FE9-25AC-74E4-1E8B-4373E2E88AC1}"/>
          </ac:spMkLst>
        </pc:spChg>
        <pc:spChg chg="del">
          <ac:chgData name="tanya rawat" userId="d777690748b4007d" providerId="LiveId" clId="{B1D01813-64B5-4D7B-B5EE-532B96E51ECE}" dt="2026-03-12T21:18:08.353" v="240" actId="931"/>
          <ac:spMkLst>
            <pc:docMk/>
            <pc:sldMk cId="2073426592" sldId="268"/>
            <ac:spMk id="3" creationId="{66F70114-1E9F-1A0C-6356-3E8B8FF79211}"/>
          </ac:spMkLst>
        </pc:spChg>
        <pc:spChg chg="add mod">
          <ac:chgData name="tanya rawat" userId="d777690748b4007d" providerId="LiveId" clId="{B1D01813-64B5-4D7B-B5EE-532B96E51ECE}" dt="2026-03-12T21:32:59.548" v="301" actId="20577"/>
          <ac:spMkLst>
            <pc:docMk/>
            <pc:sldMk cId="2073426592" sldId="268"/>
            <ac:spMk id="6" creationId="{CC982FDE-FF97-B255-F376-3CCB7A32CD72}"/>
          </ac:spMkLst>
        </pc:spChg>
        <pc:picChg chg="add mod ord">
          <ac:chgData name="tanya rawat" userId="d777690748b4007d" providerId="LiveId" clId="{B1D01813-64B5-4D7B-B5EE-532B96E51ECE}" dt="2026-03-12T21:32:25.086" v="297" actId="1076"/>
          <ac:picMkLst>
            <pc:docMk/>
            <pc:sldMk cId="2073426592" sldId="268"/>
            <ac:picMk id="5" creationId="{4047EF3E-8143-5155-FD8C-23B3060FF7D9}"/>
          </ac:picMkLst>
        </pc:picChg>
      </pc:sldChg>
      <pc:sldChg chg="addSp delSp modSp new mod">
        <pc:chgData name="tanya rawat" userId="d777690748b4007d" providerId="LiveId" clId="{B1D01813-64B5-4D7B-B5EE-532B96E51ECE}" dt="2026-03-12T21:39:55.264" v="361" actId="1076"/>
        <pc:sldMkLst>
          <pc:docMk/>
          <pc:sldMk cId="991010822" sldId="269"/>
        </pc:sldMkLst>
        <pc:spChg chg="del mod">
          <ac:chgData name="tanya rawat" userId="d777690748b4007d" providerId="LiveId" clId="{B1D01813-64B5-4D7B-B5EE-532B96E51ECE}" dt="2026-03-12T21:36:37.473" v="337" actId="21"/>
          <ac:spMkLst>
            <pc:docMk/>
            <pc:sldMk cId="991010822" sldId="269"/>
            <ac:spMk id="2" creationId="{5F27C9A7-BE5A-5F51-C187-C957E636671E}"/>
          </ac:spMkLst>
        </pc:spChg>
        <pc:spChg chg="del">
          <ac:chgData name="tanya rawat" userId="d777690748b4007d" providerId="LiveId" clId="{B1D01813-64B5-4D7B-B5EE-532B96E51ECE}" dt="2026-03-12T21:33:20.340" v="303" actId="931"/>
          <ac:spMkLst>
            <pc:docMk/>
            <pc:sldMk cId="991010822" sldId="269"/>
            <ac:spMk id="3" creationId="{EB765920-1DA3-4445-3934-E4C880A87173}"/>
          </ac:spMkLst>
        </pc:spChg>
        <pc:spChg chg="add mod">
          <ac:chgData name="tanya rawat" userId="d777690748b4007d" providerId="LiveId" clId="{B1D01813-64B5-4D7B-B5EE-532B96E51ECE}" dt="2026-03-12T21:38:47.922" v="351" actId="14100"/>
          <ac:spMkLst>
            <pc:docMk/>
            <pc:sldMk cId="991010822" sldId="269"/>
            <ac:spMk id="6" creationId="{058B4CFA-DE68-A19D-67CB-387D36C40949}"/>
          </ac:spMkLst>
        </pc:spChg>
        <pc:spChg chg="add mod">
          <ac:chgData name="tanya rawat" userId="d777690748b4007d" providerId="LiveId" clId="{B1D01813-64B5-4D7B-B5EE-532B96E51ECE}" dt="2026-03-12T21:36:52.052" v="339"/>
          <ac:spMkLst>
            <pc:docMk/>
            <pc:sldMk cId="991010822" sldId="269"/>
            <ac:spMk id="7" creationId="{5F27C9A7-BE5A-5F51-C187-C957E636671E}"/>
          </ac:spMkLst>
        </pc:spChg>
        <pc:picChg chg="add mod ord">
          <ac:chgData name="tanya rawat" userId="d777690748b4007d" providerId="LiveId" clId="{B1D01813-64B5-4D7B-B5EE-532B96E51ECE}" dt="2026-03-12T21:38:55.487" v="353" actId="1076"/>
          <ac:picMkLst>
            <pc:docMk/>
            <pc:sldMk cId="991010822" sldId="269"/>
            <ac:picMk id="5" creationId="{6412F4F8-C420-A4DE-6CA9-4D3DA8E1780D}"/>
          </ac:picMkLst>
        </pc:picChg>
        <pc:picChg chg="add mod ord">
          <ac:chgData name="tanya rawat" userId="d777690748b4007d" providerId="LiveId" clId="{B1D01813-64B5-4D7B-B5EE-532B96E51ECE}" dt="2026-03-12T21:39:28.928" v="357" actId="167"/>
          <ac:picMkLst>
            <pc:docMk/>
            <pc:sldMk cId="991010822" sldId="269"/>
            <ac:picMk id="9" creationId="{442C28B6-B96E-7A11-6E2E-6A75CDB41E41}"/>
          </ac:picMkLst>
        </pc:picChg>
        <pc:picChg chg="add mod">
          <ac:chgData name="tanya rawat" userId="d777690748b4007d" providerId="LiveId" clId="{B1D01813-64B5-4D7B-B5EE-532B96E51ECE}" dt="2026-03-12T21:39:55.264" v="361" actId="1076"/>
          <ac:picMkLst>
            <pc:docMk/>
            <pc:sldMk cId="991010822" sldId="269"/>
            <ac:picMk id="11" creationId="{EEF8DD41-3C83-F65A-69D0-06FD3424DBB1}"/>
          </ac:picMkLst>
        </pc:picChg>
      </pc:sldChg>
      <pc:sldChg chg="addSp delSp modSp new mod modClrScheme chgLayout">
        <pc:chgData name="tanya rawat" userId="d777690748b4007d" providerId="LiveId" clId="{B1D01813-64B5-4D7B-B5EE-532B96E51ECE}" dt="2026-03-12T21:46:54.107" v="388"/>
        <pc:sldMkLst>
          <pc:docMk/>
          <pc:sldMk cId="2164904468" sldId="270"/>
        </pc:sldMkLst>
        <pc:spChg chg="add del mod ord">
          <ac:chgData name="tanya rawat" userId="d777690748b4007d" providerId="LiveId" clId="{B1D01813-64B5-4D7B-B5EE-532B96E51ECE}" dt="2026-03-12T21:46:54.107" v="388"/>
          <ac:spMkLst>
            <pc:docMk/>
            <pc:sldMk cId="2164904468" sldId="270"/>
            <ac:spMk id="6" creationId="{FF821C86-F8EE-8D4C-2879-DEA59E9E927C}"/>
          </ac:spMkLst>
        </pc:spChg>
        <pc:spChg chg="add del mod ord">
          <ac:chgData name="tanya rawat" userId="d777690748b4007d" providerId="LiveId" clId="{B1D01813-64B5-4D7B-B5EE-532B96E51ECE}" dt="2026-03-12T21:46:00.769" v="379" actId="700"/>
          <ac:spMkLst>
            <pc:docMk/>
            <pc:sldMk cId="2164904468" sldId="270"/>
            <ac:spMk id="7" creationId="{8969322C-DD82-6008-F142-95DAD12BFC5D}"/>
          </ac:spMkLst>
        </pc:spChg>
        <pc:spChg chg="add del mod ord">
          <ac:chgData name="tanya rawat" userId="d777690748b4007d" providerId="LiveId" clId="{B1D01813-64B5-4D7B-B5EE-532B96E51ECE}" dt="2026-03-12T21:46:00.769" v="379" actId="700"/>
          <ac:spMkLst>
            <pc:docMk/>
            <pc:sldMk cId="2164904468" sldId="270"/>
            <ac:spMk id="8" creationId="{61241A5F-7285-2780-1905-6F37599FE126}"/>
          </ac:spMkLst>
        </pc:spChg>
        <pc:spChg chg="add mod ord">
          <ac:chgData name="tanya rawat" userId="d777690748b4007d" providerId="LiveId" clId="{B1D01813-64B5-4D7B-B5EE-532B96E51ECE}" dt="2026-03-12T21:46:20.482" v="383" actId="2711"/>
          <ac:spMkLst>
            <pc:docMk/>
            <pc:sldMk cId="2164904468" sldId="270"/>
            <ac:spMk id="9" creationId="{445586E0-2362-22F5-D1EE-410BDBCCCEED}"/>
          </ac:spMkLst>
        </pc:spChg>
        <pc:spChg chg="add del mod ord">
          <ac:chgData name="tanya rawat" userId="d777690748b4007d" providerId="LiveId" clId="{B1D01813-64B5-4D7B-B5EE-532B96E51ECE}" dt="2026-03-12T21:46:43.861" v="384" actId="931"/>
          <ac:spMkLst>
            <pc:docMk/>
            <pc:sldMk cId="2164904468" sldId="270"/>
            <ac:spMk id="10" creationId="{339AE121-987F-8177-1785-B8B8A770A2A3}"/>
          </ac:spMkLst>
        </pc:spChg>
        <pc:picChg chg="add del mod">
          <ac:chgData name="tanya rawat" userId="d777690748b4007d" providerId="LiveId" clId="{B1D01813-64B5-4D7B-B5EE-532B96E51ECE}" dt="2026-03-12T21:40:54.763" v="364" actId="478"/>
          <ac:picMkLst>
            <pc:docMk/>
            <pc:sldMk cId="2164904468" sldId="270"/>
            <ac:picMk id="3" creationId="{EB2750C5-DE41-7BEF-CB7C-366CAA7ED03F}"/>
          </ac:picMkLst>
        </pc:picChg>
        <pc:picChg chg="add mod">
          <ac:chgData name="tanya rawat" userId="d777690748b4007d" providerId="LiveId" clId="{B1D01813-64B5-4D7B-B5EE-532B96E51ECE}" dt="2026-03-12T21:45:42.973" v="377" actId="1076"/>
          <ac:picMkLst>
            <pc:docMk/>
            <pc:sldMk cId="2164904468" sldId="270"/>
            <ac:picMk id="5" creationId="{119F0D34-BE79-11FC-1D23-DF8DEE89CE6C}"/>
          </ac:picMkLst>
        </pc:picChg>
        <pc:picChg chg="add mod ord">
          <ac:chgData name="tanya rawat" userId="d777690748b4007d" providerId="LiveId" clId="{B1D01813-64B5-4D7B-B5EE-532B96E51ECE}" dt="2026-03-12T21:46:52.342" v="386" actId="1076"/>
          <ac:picMkLst>
            <pc:docMk/>
            <pc:sldMk cId="2164904468" sldId="270"/>
            <ac:picMk id="12" creationId="{52F589BE-D248-1439-83CE-601A4617C427}"/>
          </ac:picMkLst>
        </pc:picChg>
      </pc:sldChg>
      <pc:sldChg chg="addSp delSp modSp new mod modClrScheme chgLayout">
        <pc:chgData name="tanya rawat" userId="d777690748b4007d" providerId="LiveId" clId="{B1D01813-64B5-4D7B-B5EE-532B96E51ECE}" dt="2026-03-12T21:52:40.498" v="414" actId="167"/>
        <pc:sldMkLst>
          <pc:docMk/>
          <pc:sldMk cId="3206438157" sldId="271"/>
        </pc:sldMkLst>
        <pc:spChg chg="del">
          <ac:chgData name="tanya rawat" userId="d777690748b4007d" providerId="LiveId" clId="{B1D01813-64B5-4D7B-B5EE-532B96E51ECE}" dt="2026-03-12T21:47:45.691" v="390" actId="21"/>
          <ac:spMkLst>
            <pc:docMk/>
            <pc:sldMk cId="3206438157" sldId="271"/>
            <ac:spMk id="2" creationId="{D36AAAB3-D635-FEF6-81DC-79F8702C80B8}"/>
          </ac:spMkLst>
        </pc:spChg>
        <pc:spChg chg="del mod">
          <ac:chgData name="tanya rawat" userId="d777690748b4007d" providerId="LiveId" clId="{B1D01813-64B5-4D7B-B5EE-532B96E51ECE}" dt="2026-03-12T21:50:54.572" v="403" actId="700"/>
          <ac:spMkLst>
            <pc:docMk/>
            <pc:sldMk cId="3206438157" sldId="271"/>
            <ac:spMk id="3" creationId="{41C68B7B-078D-F818-3B1E-CB75A3BC4F8D}"/>
          </ac:spMkLst>
        </pc:spChg>
        <pc:spChg chg="add mod">
          <ac:chgData name="tanya rawat" userId="d777690748b4007d" providerId="LiveId" clId="{B1D01813-64B5-4D7B-B5EE-532B96E51ECE}" dt="2026-03-12T21:51:41.881" v="408" actId="255"/>
          <ac:spMkLst>
            <pc:docMk/>
            <pc:sldMk cId="3206438157" sldId="271"/>
            <ac:spMk id="4" creationId="{F76683E7-A86C-93D9-CBEB-8513172862C4}"/>
          </ac:spMkLst>
        </pc:spChg>
        <pc:picChg chg="add mod ord">
          <ac:chgData name="tanya rawat" userId="d777690748b4007d" providerId="LiveId" clId="{B1D01813-64B5-4D7B-B5EE-532B96E51ECE}" dt="2026-03-12T21:52:40.498" v="414" actId="167"/>
          <ac:picMkLst>
            <pc:docMk/>
            <pc:sldMk cId="3206438157" sldId="271"/>
            <ac:picMk id="6" creationId="{118DBE64-4CC4-5706-B7DA-78CDF8207973}"/>
          </ac:picMkLst>
        </pc:picChg>
      </pc:sldChg>
      <pc:sldChg chg="addSp modSp new mod">
        <pc:chgData name="tanya rawat" userId="d777690748b4007d" providerId="LiveId" clId="{B1D01813-64B5-4D7B-B5EE-532B96E51ECE}" dt="2026-03-12T21:57:23.962" v="453" actId="255"/>
        <pc:sldMkLst>
          <pc:docMk/>
          <pc:sldMk cId="460017110" sldId="272"/>
        </pc:sldMkLst>
        <pc:spChg chg="add mod">
          <ac:chgData name="tanya rawat" userId="d777690748b4007d" providerId="LiveId" clId="{B1D01813-64B5-4D7B-B5EE-532B96E51ECE}" dt="2026-03-12T21:57:23.962" v="453" actId="255"/>
          <ac:spMkLst>
            <pc:docMk/>
            <pc:sldMk cId="460017110" sldId="272"/>
            <ac:spMk id="2" creationId="{96D3D0C1-F7C1-EE4F-0EDC-CDE60D2A5E8A}"/>
          </ac:spMkLst>
        </pc:spChg>
        <pc:picChg chg="add mod ord">
          <ac:chgData name="tanya rawat" userId="d777690748b4007d" providerId="LiveId" clId="{B1D01813-64B5-4D7B-B5EE-532B96E51ECE}" dt="2026-03-12T21:55:43.528" v="445" actId="1076"/>
          <ac:picMkLst>
            <pc:docMk/>
            <pc:sldMk cId="460017110" sldId="272"/>
            <ac:picMk id="4" creationId="{4A272905-0CE5-563E-8C3D-355C35161D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BB9A5-9118-4A8B-AE40-AF948DEE75B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E9153-ED17-4389-AB62-D27A3C5C5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6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4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9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3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9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17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82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7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1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4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1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32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870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10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8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06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22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43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1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6A9BBF-4EC8-A4DE-A0F4-42E489BDE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222638"/>
            <a:ext cx="7765321" cy="1232452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Salary Prediction using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734" y="1574359"/>
            <a:ext cx="8243934" cy="4216842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latin typeface="Arial Black" panose="020B0A04020102020204" pitchFamily="34" charset="0"/>
              </a:rPr>
              <a:t>A Machine Learning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DB7F9-F943-5CDB-CDF3-18EABC5818B3}"/>
              </a:ext>
            </a:extLst>
          </p:cNvPr>
          <p:cNvSpPr txBox="1"/>
          <p:nvPr/>
        </p:nvSpPr>
        <p:spPr>
          <a:xfrm>
            <a:off x="5876014" y="5775298"/>
            <a:ext cx="3745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:- Tanya Rawat</a:t>
            </a:r>
          </a:p>
          <a:p>
            <a:r>
              <a:rPr lang="en-US" dirty="0"/>
              <a:t>Hindustan college of science &amp;technology Farah Mathura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533B44-965B-C8A0-40F1-4920ACC9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Arial Narrow" panose="020B060602020203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Salary prediction helps companies estimate fair salaries.</a:t>
            </a:r>
          </a:p>
          <a:p>
            <a:r>
              <a:rPr dirty="0"/>
              <a:t>Regression algorithms help predict continuous values such as salary based on features like experience, education, and skills.</a:t>
            </a:r>
            <a:endParaRPr lang="en-US" dirty="0"/>
          </a:p>
          <a:p>
            <a:r>
              <a:rPr lang="en-US" dirty="0"/>
              <a:t>Machine learning analyzes historical data to predict salaries.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7E92A0-783E-9B33-0847-2EF1E1C0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377" y="278297"/>
            <a:ext cx="5764696" cy="1113181"/>
          </a:xfrm>
        </p:spPr>
        <p:txBody>
          <a:bodyPr/>
          <a:lstStyle/>
          <a:p>
            <a:pPr algn="r"/>
            <a:r>
              <a:rPr lang="en-US" b="1" u="sng" dirty="0">
                <a:latin typeface="Arial Narrow" panose="020B0606020202030204" pitchFamily="34" charset="0"/>
              </a:rPr>
              <a:t>Libraries</a:t>
            </a:r>
            <a:r>
              <a:rPr lang="en-US" b="1" u="sng" dirty="0">
                <a:latin typeface="Arial Black" panose="020B0A04020102020204" pitchFamily="34" charset="0"/>
              </a:rPr>
              <a:t> Used</a:t>
            </a:r>
            <a:endParaRPr b="1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4" y="4059936"/>
            <a:ext cx="6647289" cy="2519766"/>
          </a:xfrm>
        </p:spPr>
        <p:txBody>
          <a:bodyPr/>
          <a:lstStyle/>
          <a:p>
            <a:r>
              <a:rPr lang="en-US" dirty="0"/>
              <a:t>Pandas – Data handling</a:t>
            </a:r>
          </a:p>
          <a:p>
            <a:r>
              <a:rPr lang="en-US" dirty="0"/>
              <a:t>NumPy – Numerical operations</a:t>
            </a:r>
          </a:p>
          <a:p>
            <a:r>
              <a:rPr lang="en-US" dirty="0"/>
              <a:t>Matplotlib &amp; Seaborn – Visualization</a:t>
            </a:r>
          </a:p>
          <a:p>
            <a:r>
              <a:rPr lang="en-US" dirty="0"/>
              <a:t>Scikit-learn – Machine learning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845702-A5EA-B1C6-F2BE-77E7B536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latin typeface="Arial Narrow" panose="020B0606020202030204" pitchFamily="34" charset="0"/>
              </a:rPr>
              <a:t>Dataset</a:t>
            </a:r>
            <a:endParaRPr sz="4000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includes:</a:t>
            </a:r>
          </a:p>
          <a:p>
            <a:r>
              <a:rPr lang="en-US" dirty="0"/>
              <a:t>Age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Years of Experience</a:t>
            </a:r>
          </a:p>
          <a:p>
            <a:r>
              <a:rPr lang="en-US" dirty="0"/>
              <a:t>Education Level</a:t>
            </a:r>
          </a:p>
          <a:p>
            <a:r>
              <a:rPr lang="en-US" dirty="0"/>
              <a:t>Job Title</a:t>
            </a:r>
          </a:p>
          <a:p>
            <a:r>
              <a:rPr lang="en-US" dirty="0"/>
              <a:t>Salary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C9B7E-C61C-34C7-F9C4-E5B53FF5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58" y="2367095"/>
            <a:ext cx="5090337" cy="3872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4477-1E36-23A3-F69B-E2E8B223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A074CE-6D09-814E-1ADD-CB5D0F209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414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FBA89-D5BE-8EAF-38B0-F50E4990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Arial Narrow" panose="020B0606020202030204" pitchFamily="34" charset="0"/>
              </a:rPr>
              <a:t>Simple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AD844-5812-194B-6A40-AC4DE78EA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</a:p>
          <a:p>
            <a:r>
              <a:rPr lang="en-US" dirty="0"/>
              <a:t>Removing unnecessary columns</a:t>
            </a:r>
          </a:p>
          <a:p>
            <a:r>
              <a:rPr lang="en-US" dirty="0"/>
              <a:t>Converting categorical data to numeric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26322-8179-03C9-2629-C688C1A73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4" y="3780902"/>
            <a:ext cx="7773338" cy="31605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875294-70E4-DA19-FC4C-3AB326FF8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36" y="3765425"/>
            <a:ext cx="4991533" cy="316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77DAC1-93F9-E4B1-3ABF-7CEBE99D1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9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21921"/>
            <a:ext cx="7773338" cy="1475232"/>
          </a:xfrm>
        </p:spPr>
        <p:txBody>
          <a:bodyPr/>
          <a:lstStyle/>
          <a:p>
            <a:r>
              <a:rPr lang="en-US" b="1" u="sng" dirty="0"/>
              <a:t>Handling Missing </a:t>
            </a:r>
            <a:r>
              <a:rPr lang="en-US" b="1" u="sng" dirty="0">
                <a:latin typeface="Arial Black" panose="020B0A04020102020204" pitchFamily="34" charset="0"/>
              </a:rPr>
              <a:t>Values</a:t>
            </a:r>
            <a:endParaRPr b="1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5" y="1804417"/>
            <a:ext cx="5766817" cy="324307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Missing values replaced using mean values to keep dataset complete.</a:t>
            </a:r>
          </a:p>
          <a:p>
            <a:r>
              <a:rPr lang="en-US" dirty="0"/>
              <a:t>“Missing values in the dataset are replaced with the average (mean) of the column so that the dataset becomes complete and can be used for machine learning.”</a:t>
            </a:r>
          </a:p>
          <a:p>
            <a:r>
              <a:rPr lang="en-US" dirty="0"/>
              <a:t>This code calculates the </a:t>
            </a:r>
            <a:r>
              <a:rPr lang="en-US" b="1" dirty="0"/>
              <a:t>average age, average experience, and average salary</a:t>
            </a:r>
            <a:r>
              <a:rPr lang="en-US" dirty="0"/>
              <a:t> from the dataset. These values are stored in variables and can be used to </a:t>
            </a:r>
            <a:r>
              <a:rPr lang="en-US" b="1" dirty="0"/>
              <a:t>fill missing values or analyze the data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1A9A7B-19C3-FAB6-4412-B5A3D2ED5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22" y="2346683"/>
            <a:ext cx="3230878" cy="33448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E197E7-35CA-034E-9145-1EA83D28A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EA9782-6C17-2C4E-9C4E-56FC1865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Visualization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21CE9-94E4-B9E3-51F9-26D17F0975A4}"/>
              </a:ext>
            </a:extLst>
          </p:cNvPr>
          <p:cNvSpPr txBox="1"/>
          <p:nvPr/>
        </p:nvSpPr>
        <p:spPr>
          <a:xfrm>
            <a:off x="898497" y="2043485"/>
            <a:ext cx="53559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Graphs help understand relationships between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“This code creates a line graph using Seaborn to show the relationship between years of experience and salary in the dataset.”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3D9C3-F636-F5A3-8431-13AB966D2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438" y="4070766"/>
            <a:ext cx="3882874" cy="278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6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1FDE87-B92B-B81A-9B87-73074531D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1" y="0"/>
            <a:ext cx="9144000" cy="695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Model Training</a:t>
            </a:r>
            <a:endParaRPr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4971757" cy="3424107"/>
          </a:xfrm>
        </p:spPr>
        <p:txBody>
          <a:bodyPr/>
          <a:lstStyle/>
          <a:p>
            <a:r>
              <a:rPr lang="en-US" dirty="0"/>
              <a:t>“This code uses the Seaborn library to create a bar chart that shows the relationship between Gender and Salary using the dataset stored in the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Random Forest Regressor</a:t>
            </a:r>
          </a:p>
          <a:p>
            <a:r>
              <a:rPr lang="en-US" dirty="0" err="1"/>
              <a:t>XGBoost</a:t>
            </a:r>
            <a:r>
              <a:rPr lang="en-US" dirty="0"/>
              <a:t> Regressor</a:t>
            </a:r>
          </a:p>
          <a:p>
            <a:r>
              <a:rPr lang="en-US" dirty="0"/>
              <a:t>Training and testing data split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33B881-5A2D-B4FC-7959-F6BDC1827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09" y="3877536"/>
            <a:ext cx="3913185" cy="2865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169345-952C-E967-CD79-1AA19CD62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9891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Model Evaluation</a:t>
            </a:r>
            <a:endParaRPr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sns.boxplot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creates box plots for the numerical columns of the dataset to visualize the distribution of data and detect outliers.”</a:t>
            </a:r>
          </a:p>
          <a:p>
            <a:r>
              <a:rPr lang="en-US" dirty="0"/>
              <a:t>Mean Absolute Error</a:t>
            </a:r>
          </a:p>
          <a:p>
            <a:r>
              <a:rPr lang="en-US" dirty="0"/>
              <a:t>Mean Squared Error</a:t>
            </a:r>
          </a:p>
          <a:p>
            <a:r>
              <a:rPr lang="en-US" dirty="0"/>
              <a:t>R² Score</a:t>
            </a:r>
          </a:p>
          <a:p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6ED71-4137-EBCE-1104-AFC3A6C4A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888" y="3448817"/>
            <a:ext cx="4679269" cy="34091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47EF3E-8143-5155-FD8C-23B3060FF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37" y="121919"/>
            <a:ext cx="9241536" cy="6986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F0FE9-25AC-74E4-1E8B-4373E2E8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Test data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82FDE-FF97-B255-F376-3CCB7A32CD72}"/>
              </a:ext>
            </a:extLst>
          </p:cNvPr>
          <p:cNvSpPr txBox="1"/>
          <p:nvPr/>
        </p:nvSpPr>
        <p:spPr>
          <a:xfrm>
            <a:off x="195072" y="2353056"/>
            <a:ext cx="79369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Test data is a portion of the dataset used to evaluate the performance of a trained machine learning model on unseen data.</a:t>
            </a:r>
            <a:endParaRPr lang="en-US" sz="2400" b="1" dirty="0"/>
          </a:p>
          <a:p>
            <a:r>
              <a:rPr lang="en-US" sz="2400" b="1" dirty="0"/>
              <a:t>1️⃣ Training Data</a:t>
            </a:r>
          </a:p>
          <a:p>
            <a:r>
              <a:rPr lang="en-US" sz="2400" dirty="0"/>
              <a:t>Used to </a:t>
            </a:r>
            <a:r>
              <a:rPr lang="en-US" sz="2400" b="1" dirty="0"/>
              <a:t>teach the model</a:t>
            </a:r>
            <a:r>
              <a:rPr lang="en-US" sz="2400" dirty="0"/>
              <a:t>.</a:t>
            </a:r>
          </a:p>
          <a:p>
            <a:r>
              <a:rPr lang="en-US" sz="2400" dirty="0"/>
              <a:t>The model learns patterns from this data.</a:t>
            </a:r>
          </a:p>
          <a:p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The model learns that </a:t>
            </a:r>
            <a:r>
              <a:rPr lang="en-US" sz="2400" b="1" dirty="0"/>
              <a:t>more experience → higher salary</a:t>
            </a:r>
            <a:r>
              <a:rPr lang="en-US" sz="2400" dirty="0"/>
              <a:t>.</a:t>
            </a:r>
          </a:p>
          <a:p>
            <a:r>
              <a:rPr lang="en-US" sz="2400" b="1" dirty="0"/>
              <a:t>2️⃣ Test Data</a:t>
            </a:r>
          </a:p>
          <a:p>
            <a:r>
              <a:rPr lang="en-US" sz="2400" dirty="0"/>
              <a:t>Used to </a:t>
            </a:r>
            <a:r>
              <a:rPr lang="en-US" sz="2400" b="1" dirty="0"/>
              <a:t>check the model's performance</a:t>
            </a:r>
            <a:r>
              <a:rPr lang="en-US" sz="2400" dirty="0"/>
              <a:t>.</a:t>
            </a:r>
          </a:p>
          <a:p>
            <a:r>
              <a:rPr lang="en-US" sz="2400" dirty="0"/>
              <a:t>The model predicts values for data it </a:t>
            </a:r>
            <a:r>
              <a:rPr lang="en-US" sz="2400" b="1" dirty="0"/>
              <a:t>has not seen before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3426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2C28B6-B96E-7A11-6E2E-6A75CDB4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08" y="2138654"/>
            <a:ext cx="5209136" cy="425286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12F4F8-C420-A4DE-6CA9-4D3DA8E17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B4CFA-DE68-A19D-67CB-387D36C40949}"/>
              </a:ext>
            </a:extLst>
          </p:cNvPr>
          <p:cNvSpPr txBox="1"/>
          <p:nvPr/>
        </p:nvSpPr>
        <p:spPr>
          <a:xfrm>
            <a:off x="609600" y="768096"/>
            <a:ext cx="687628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/>
              <a:t>Test data helps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Evaluate model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Check if the model works on new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Avoid </a:t>
            </a:r>
            <a:r>
              <a:rPr lang="en-US" sz="2000" b="1" dirty="0"/>
              <a:t>overfitting</a:t>
            </a:r>
            <a:r>
              <a:rPr lang="en-US" sz="2000" dirty="0"/>
              <a:t> (model memorizing training data)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/>
              <a:t>Usually datasets are split like this:</a:t>
            </a:r>
          </a:p>
          <a:p>
            <a:r>
              <a:rPr lang="en-US" sz="2000" b="1" dirty="0"/>
              <a:t>80% Training Data</a:t>
            </a:r>
            <a:endParaRPr lang="en-US" sz="2000" dirty="0"/>
          </a:p>
          <a:p>
            <a:r>
              <a:rPr lang="en-US" sz="2000" b="1" dirty="0"/>
              <a:t>20% Test Data</a:t>
            </a:r>
            <a:endParaRPr lang="en-US" sz="2000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F8DD41-3C83-F65A-69D0-06FD3424D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7" y="2825728"/>
            <a:ext cx="4648094" cy="37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010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9F0D34-BE79-11FC-1D23-DF8DEE89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45586E0-2362-22F5-D1EE-410BDBCC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 Narrow" panose="020B0606020202030204" pitchFamily="34" charset="0"/>
              </a:rPr>
              <a:t>predictions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2F589BE-D248-1439-83CE-601A4617C42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713232" y="2253316"/>
            <a:ext cx="7772400" cy="362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0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8DBE64-4CC4-5706-B7DA-78CDF8207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9456" y="0"/>
            <a:ext cx="949756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6683E7-A86C-93D9-CBEB-8513172862C4}"/>
              </a:ext>
            </a:extLst>
          </p:cNvPr>
          <p:cNvSpPr txBox="1"/>
          <p:nvPr/>
        </p:nvSpPr>
        <p:spPr>
          <a:xfrm>
            <a:off x="0" y="402336"/>
            <a:ext cx="864412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sz="2800" dirty="0"/>
              <a:t>This code removes the Salary column from the test dataset so that only input features remain for making salary predictions.”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test_data.columns</a:t>
            </a:r>
            <a:r>
              <a:rPr lang="en-US" sz="2800" dirty="0"/>
              <a:t> displays the names of all columns present in the test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“This code uses the trained Random Forest model to predict salary values for the test dataset and stores the predicted results in the variable predictions.”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predictions is a variable that stores the values predicted by the machine learning model for the test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38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D9F4F-0DE1-8E62-9EC0-D0175337B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HR salary analysis</a:t>
            </a:r>
          </a:p>
          <a:p>
            <a:r>
              <a:t>• Job market prediction</a:t>
            </a:r>
          </a:p>
          <a:p>
            <a:r>
              <a:t>• Compensation planning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AF43F0-7E05-6344-D7CD-60128A546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4198"/>
            <a:ext cx="9144000" cy="71521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619125"/>
            <a:ext cx="7772400" cy="1595438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366963"/>
            <a:ext cx="7772400" cy="3424237"/>
          </a:xfrm>
        </p:spPr>
        <p:txBody>
          <a:bodyPr/>
          <a:lstStyle/>
          <a:p>
            <a:r>
              <a:t>Regression models help estimate salaries effectively.</a:t>
            </a:r>
          </a:p>
          <a:p>
            <a:r>
              <a:t>They support better HR decisions and workforce planning.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272905-0CE5-563E-8C3D-355C3516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536" y="0"/>
            <a:ext cx="9144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D3D0C1-F7C1-EE4F-0EDC-CDE60D2A5E8A}"/>
              </a:ext>
            </a:extLst>
          </p:cNvPr>
          <p:cNvSpPr txBox="1"/>
          <p:nvPr/>
        </p:nvSpPr>
        <p:spPr>
          <a:xfrm>
            <a:off x="682752" y="1767840"/>
            <a:ext cx="7522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6001711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217</TotalTime>
  <Words>529</Words>
  <Application>Microsoft Office PowerPoint</Application>
  <PresentationFormat>On-screen Show (4:3)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Aptos</vt:lpstr>
      <vt:lpstr>Arial</vt:lpstr>
      <vt:lpstr>Arial Black</vt:lpstr>
      <vt:lpstr>Arial Narrow</vt:lpstr>
      <vt:lpstr>Tw Cen MT</vt:lpstr>
      <vt:lpstr>Wingdings</vt:lpstr>
      <vt:lpstr>Droplet</vt:lpstr>
      <vt:lpstr>Salary Prediction using Regression</vt:lpstr>
      <vt:lpstr>Introduction</vt:lpstr>
      <vt:lpstr>Libraries Used</vt:lpstr>
      <vt:lpstr>Dataset</vt:lpstr>
      <vt:lpstr>Simple Linear Regression</vt:lpstr>
      <vt:lpstr>Handling Missing Values</vt:lpstr>
      <vt:lpstr>Data Visualization</vt:lpstr>
      <vt:lpstr>Model Training</vt:lpstr>
      <vt:lpstr>Model Evaluation</vt:lpstr>
      <vt:lpstr>Test data </vt:lpstr>
      <vt:lpstr>PowerPoint Presentation</vt:lpstr>
      <vt:lpstr>predictions </vt:lpstr>
      <vt:lpstr>PowerPoint Presentation</vt:lpstr>
      <vt:lpstr>Applications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tanya rawat</cp:lastModifiedBy>
  <cp:revision>2</cp:revision>
  <dcterms:created xsi:type="dcterms:W3CDTF">2013-01-27T09:14:16Z</dcterms:created>
  <dcterms:modified xsi:type="dcterms:W3CDTF">2026-03-13T07:43:24Z</dcterms:modified>
  <cp:category/>
</cp:coreProperties>
</file>